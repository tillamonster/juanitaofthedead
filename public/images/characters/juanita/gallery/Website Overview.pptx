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21945600" cy="1645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-3568" y="-38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2693671"/>
            <a:ext cx="18653760" cy="5730240"/>
          </a:xfrm>
        </p:spPr>
        <p:txBody>
          <a:bodyPr anchor="b"/>
          <a:lstStyle>
            <a:lvl1pPr algn="ctr">
              <a:defRPr sz="1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8644891"/>
            <a:ext cx="16459200" cy="3973829"/>
          </a:xfrm>
        </p:spPr>
        <p:txBody>
          <a:bodyPr/>
          <a:lstStyle>
            <a:lvl1pPr marL="0" indent="0" algn="ctr">
              <a:buNone/>
              <a:defRPr sz="5760"/>
            </a:lvl1pPr>
            <a:lvl2pPr marL="1097280" indent="0" algn="ctr">
              <a:buNone/>
              <a:defRPr sz="4800"/>
            </a:lvl2pPr>
            <a:lvl3pPr marL="2194560" indent="0" algn="ctr">
              <a:buNone/>
              <a:defRPr sz="4320"/>
            </a:lvl3pPr>
            <a:lvl4pPr marL="3291840" indent="0" algn="ctr">
              <a:buNone/>
              <a:defRPr sz="3840"/>
            </a:lvl4pPr>
            <a:lvl5pPr marL="4389120" indent="0" algn="ctr">
              <a:buNone/>
              <a:defRPr sz="3840"/>
            </a:lvl5pPr>
            <a:lvl6pPr marL="5486400" indent="0" algn="ctr">
              <a:buNone/>
              <a:defRPr sz="3840"/>
            </a:lvl6pPr>
            <a:lvl7pPr marL="6583680" indent="0" algn="ctr">
              <a:buNone/>
              <a:defRPr sz="3840"/>
            </a:lvl7pPr>
            <a:lvl8pPr marL="7680960" indent="0" algn="ctr">
              <a:buNone/>
              <a:defRPr sz="3840"/>
            </a:lvl8pPr>
            <a:lvl9pPr marL="8778240" indent="0" algn="ctr">
              <a:buNone/>
              <a:defRPr sz="38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39818-427E-441C-B634-6DBA1ECE246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6FC38-5710-4E29-9A00-D674EE299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912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39818-427E-441C-B634-6DBA1ECE246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6FC38-5710-4E29-9A00-D674EE299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528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7331" y="4103375"/>
            <a:ext cx="18928080" cy="6846569"/>
          </a:xfrm>
        </p:spPr>
        <p:txBody>
          <a:bodyPr anchor="b"/>
          <a:lstStyle>
            <a:lvl1pPr>
              <a:defRPr sz="1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7331" y="11014715"/>
            <a:ext cx="18928080" cy="3600449"/>
          </a:xfrm>
        </p:spPr>
        <p:txBody>
          <a:bodyPr/>
          <a:lstStyle>
            <a:lvl1pPr marL="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1pPr>
            <a:lvl2pPr marL="109728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2pPr>
            <a:lvl3pPr marL="2194560" indent="0">
              <a:buNone/>
              <a:defRPr sz="4320">
                <a:solidFill>
                  <a:schemeClr val="tx1">
                    <a:tint val="82000"/>
                  </a:schemeClr>
                </a:solidFill>
              </a:defRPr>
            </a:lvl3pPr>
            <a:lvl4pPr marL="329184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4pPr>
            <a:lvl5pPr marL="438912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5pPr>
            <a:lvl6pPr marL="548640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6pPr>
            <a:lvl7pPr marL="658368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7pPr>
            <a:lvl8pPr marL="768096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8pPr>
            <a:lvl9pPr marL="8778240" indent="0">
              <a:buNone/>
              <a:defRPr sz="38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39818-427E-441C-B634-6DBA1ECE246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6FC38-5710-4E29-9A00-D674EE299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62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8760" y="4381500"/>
            <a:ext cx="9326880" cy="104432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09960" y="4381500"/>
            <a:ext cx="9326880" cy="104432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39818-427E-441C-B634-6DBA1ECE246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6FC38-5710-4E29-9A00-D674EE299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903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8" y="876304"/>
            <a:ext cx="18928080" cy="31813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621" y="4034791"/>
            <a:ext cx="9284016" cy="1977389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1621" y="6012180"/>
            <a:ext cx="9284016" cy="88430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109961" y="4034791"/>
            <a:ext cx="9329738" cy="1977389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109961" y="6012180"/>
            <a:ext cx="9329738" cy="88430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39818-427E-441C-B634-6DBA1ECE246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6FC38-5710-4E29-9A00-D674EE299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479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39818-427E-441C-B634-6DBA1ECE246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6FC38-5710-4E29-9A00-D674EE299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56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39818-427E-441C-B634-6DBA1ECE246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6FC38-5710-4E29-9A00-D674EE299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223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9" y="1097280"/>
            <a:ext cx="7078027" cy="384048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9738" y="2369824"/>
            <a:ext cx="11109960" cy="11696700"/>
          </a:xfrm>
        </p:spPr>
        <p:txBody>
          <a:bodyPr/>
          <a:lstStyle>
            <a:lvl1pPr>
              <a:defRPr sz="7680"/>
            </a:lvl1pPr>
            <a:lvl2pPr>
              <a:defRPr sz="6720"/>
            </a:lvl2pPr>
            <a:lvl3pPr>
              <a:defRPr sz="5760"/>
            </a:lvl3pPr>
            <a:lvl4pPr>
              <a:defRPr sz="4800"/>
            </a:lvl4pPr>
            <a:lvl5pPr>
              <a:defRPr sz="4800"/>
            </a:lvl5pPr>
            <a:lvl6pPr>
              <a:defRPr sz="4800"/>
            </a:lvl6pPr>
            <a:lvl7pPr>
              <a:defRPr sz="4800"/>
            </a:lvl7pPr>
            <a:lvl8pPr>
              <a:defRPr sz="4800"/>
            </a:lvl8pPr>
            <a:lvl9pPr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619" y="4937760"/>
            <a:ext cx="7078027" cy="9147811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39818-427E-441C-B634-6DBA1ECE246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6FC38-5710-4E29-9A00-D674EE299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504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9" y="1097280"/>
            <a:ext cx="7078027" cy="384048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329738" y="2369824"/>
            <a:ext cx="11109960" cy="11696700"/>
          </a:xfrm>
        </p:spPr>
        <p:txBody>
          <a:bodyPr anchor="t"/>
          <a:lstStyle>
            <a:lvl1pPr marL="0" indent="0">
              <a:buNone/>
              <a:defRPr sz="7680"/>
            </a:lvl1pPr>
            <a:lvl2pPr marL="1097280" indent="0">
              <a:buNone/>
              <a:defRPr sz="6720"/>
            </a:lvl2pPr>
            <a:lvl3pPr marL="2194560" indent="0">
              <a:buNone/>
              <a:defRPr sz="5760"/>
            </a:lvl3pPr>
            <a:lvl4pPr marL="3291840" indent="0">
              <a:buNone/>
              <a:defRPr sz="4800"/>
            </a:lvl4pPr>
            <a:lvl5pPr marL="4389120" indent="0">
              <a:buNone/>
              <a:defRPr sz="4800"/>
            </a:lvl5pPr>
            <a:lvl6pPr marL="5486400" indent="0">
              <a:buNone/>
              <a:defRPr sz="4800"/>
            </a:lvl6pPr>
            <a:lvl7pPr marL="6583680" indent="0">
              <a:buNone/>
              <a:defRPr sz="4800"/>
            </a:lvl7pPr>
            <a:lvl8pPr marL="7680960" indent="0">
              <a:buNone/>
              <a:defRPr sz="4800"/>
            </a:lvl8pPr>
            <a:lvl9pPr marL="8778240" indent="0">
              <a:buNone/>
              <a:defRPr sz="4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619" y="4937760"/>
            <a:ext cx="7078027" cy="9147811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39818-427E-441C-B634-6DBA1ECE246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6FC38-5710-4E29-9A00-D674EE299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52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39818-427E-441C-B634-6DBA1ECE246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6FC38-5710-4E29-9A00-D674EE299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99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704821" y="876300"/>
            <a:ext cx="4732020" cy="139484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08761" y="876300"/>
            <a:ext cx="13921740" cy="139484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39818-427E-441C-B634-6DBA1ECE246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6FC38-5710-4E29-9A00-D674EE299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766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08760" y="876304"/>
            <a:ext cx="18928080" cy="3181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8760" y="4381500"/>
            <a:ext cx="18928080" cy="104432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08760" y="15255244"/>
            <a:ext cx="493776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F39818-427E-441C-B634-6DBA1ECE246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69480" y="15255244"/>
            <a:ext cx="740664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499080" y="15255244"/>
            <a:ext cx="493776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16FC38-5710-4E29-9A00-D674EE299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922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194560" rtl="0" eaLnBrk="1" latinLnBrk="0" hangingPunct="1">
        <a:lnSpc>
          <a:spcPct val="90000"/>
        </a:lnSpc>
        <a:spcBef>
          <a:spcPct val="0"/>
        </a:spcBef>
        <a:buNone/>
        <a:defRPr sz="105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8640" indent="-548640" algn="l" defTabSz="219456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8404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93776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603504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71323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82296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93268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1945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3pPr>
      <a:lvl4pPr marL="32918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38912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548640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65836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76809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87782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6C9C81-9DC9-49C0-B2FB-FF2039D34D66}"/>
              </a:ext>
            </a:extLst>
          </p:cNvPr>
          <p:cNvSpPr/>
          <p:nvPr/>
        </p:nvSpPr>
        <p:spPr>
          <a:xfrm>
            <a:off x="9380764" y="7631275"/>
            <a:ext cx="615821" cy="13016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>
                <a:solidFill>
                  <a:schemeClr val="tx1"/>
                </a:solidFill>
              </a:rPr>
              <a:t>Home</a:t>
            </a:r>
          </a:p>
          <a:p>
            <a:endParaRPr lang="en-US" sz="248" b="1" dirty="0">
              <a:solidFill>
                <a:schemeClr val="tx1"/>
              </a:solidFill>
            </a:endParaRPr>
          </a:p>
          <a:p>
            <a:endParaRPr lang="en-US" sz="248" b="1" dirty="0">
              <a:solidFill>
                <a:schemeClr val="tx1"/>
              </a:solidFill>
            </a:endParaRPr>
          </a:p>
          <a:p>
            <a:endParaRPr lang="en-US" sz="248" b="1" dirty="0">
              <a:solidFill>
                <a:schemeClr val="tx1"/>
              </a:solidFill>
            </a:endParaRPr>
          </a:p>
          <a:p>
            <a:endParaRPr lang="en-US" sz="248" b="1" dirty="0">
              <a:solidFill>
                <a:schemeClr val="tx1"/>
              </a:solidFill>
            </a:endParaRPr>
          </a:p>
          <a:p>
            <a:endParaRPr lang="en-US" sz="248" b="1" dirty="0">
              <a:solidFill>
                <a:schemeClr val="tx1"/>
              </a:solidFill>
            </a:endParaRPr>
          </a:p>
          <a:p>
            <a:endParaRPr lang="en-US" sz="248" b="1" dirty="0">
              <a:solidFill>
                <a:schemeClr val="tx1"/>
              </a:solidFill>
            </a:endParaRPr>
          </a:p>
          <a:p>
            <a:endParaRPr lang="en-US" sz="248" b="1" dirty="0">
              <a:solidFill>
                <a:schemeClr val="tx1"/>
              </a:solidFill>
            </a:endParaRPr>
          </a:p>
          <a:p>
            <a:endParaRPr lang="en-US" sz="248" b="1" dirty="0">
              <a:solidFill>
                <a:schemeClr val="tx1"/>
              </a:solidFill>
            </a:endParaRPr>
          </a:p>
          <a:p>
            <a:endParaRPr lang="en-US" sz="248" b="1" dirty="0">
              <a:solidFill>
                <a:schemeClr val="tx1"/>
              </a:solidFill>
            </a:endParaRPr>
          </a:p>
          <a:p>
            <a:endParaRPr lang="en-US" sz="248" b="1" dirty="0">
              <a:solidFill>
                <a:schemeClr val="tx1"/>
              </a:solidFill>
            </a:endParaRPr>
          </a:p>
          <a:p>
            <a:endParaRPr lang="en-US" sz="248" b="1" dirty="0">
              <a:solidFill>
                <a:schemeClr val="tx1"/>
              </a:solidFill>
            </a:endParaRPr>
          </a:p>
          <a:p>
            <a:endParaRPr lang="en-US" sz="248" b="1" dirty="0">
              <a:solidFill>
                <a:schemeClr val="tx1"/>
              </a:solidFill>
            </a:endParaRPr>
          </a:p>
          <a:p>
            <a:endParaRPr lang="en-US" sz="248" b="1" dirty="0">
              <a:solidFill>
                <a:schemeClr val="tx1"/>
              </a:solidFill>
            </a:endParaRPr>
          </a:p>
          <a:p>
            <a:endParaRPr lang="en-US" sz="248" b="1" dirty="0">
              <a:solidFill>
                <a:schemeClr val="tx1"/>
              </a:solidFill>
            </a:endParaRPr>
          </a:p>
          <a:p>
            <a:endParaRPr lang="en-US" sz="248" b="1" dirty="0">
              <a:solidFill>
                <a:schemeClr val="tx1"/>
              </a:solidFill>
            </a:endParaRPr>
          </a:p>
          <a:p>
            <a:endParaRPr lang="en-US" sz="248" b="1" dirty="0">
              <a:solidFill>
                <a:schemeClr val="tx1"/>
              </a:solidFill>
            </a:endParaRPr>
          </a:p>
          <a:p>
            <a:endParaRPr lang="en-US" sz="248" b="1" dirty="0">
              <a:solidFill>
                <a:schemeClr val="tx1"/>
              </a:solidFill>
            </a:endParaRPr>
          </a:p>
          <a:p>
            <a:endParaRPr lang="en-US" sz="248" b="1" dirty="0">
              <a:solidFill>
                <a:schemeClr val="tx1"/>
              </a:solidFill>
            </a:endParaRPr>
          </a:p>
          <a:p>
            <a:endParaRPr lang="en-US" sz="248" b="1" dirty="0">
              <a:solidFill>
                <a:schemeClr val="tx1"/>
              </a:solidFill>
            </a:endParaRPr>
          </a:p>
          <a:p>
            <a:endParaRPr lang="en-US" sz="248" b="1" dirty="0">
              <a:solidFill>
                <a:schemeClr val="tx1"/>
              </a:solidFill>
            </a:endParaRPr>
          </a:p>
          <a:p>
            <a:endParaRPr lang="en-US" sz="248" b="1" dirty="0">
              <a:solidFill>
                <a:schemeClr val="tx1"/>
              </a:solidFill>
            </a:endParaRPr>
          </a:p>
          <a:p>
            <a:endParaRPr lang="en-US" sz="248" b="1" dirty="0">
              <a:solidFill>
                <a:schemeClr val="tx1"/>
              </a:solidFill>
            </a:endParaRPr>
          </a:p>
          <a:p>
            <a:endParaRPr lang="en-US" sz="248" b="1" dirty="0">
              <a:solidFill>
                <a:schemeClr val="tx1"/>
              </a:solidFill>
            </a:endParaRPr>
          </a:p>
          <a:p>
            <a:endParaRPr lang="en-US" sz="248" b="1" dirty="0">
              <a:solidFill>
                <a:schemeClr val="tx1"/>
              </a:solidFill>
            </a:endParaRPr>
          </a:p>
          <a:p>
            <a:endParaRPr lang="en-US" sz="248" b="1" dirty="0">
              <a:solidFill>
                <a:schemeClr val="tx1"/>
              </a:solidFill>
            </a:endParaRPr>
          </a:p>
          <a:p>
            <a:endParaRPr lang="en-US" sz="248" b="1" dirty="0">
              <a:solidFill>
                <a:schemeClr val="tx1"/>
              </a:solidFill>
            </a:endParaRPr>
          </a:p>
          <a:p>
            <a:endParaRPr lang="en-US" sz="248" b="1" dirty="0">
              <a:solidFill>
                <a:schemeClr val="tx1"/>
              </a:solidFill>
            </a:endParaRPr>
          </a:p>
          <a:p>
            <a:endParaRPr lang="en-US" sz="248" b="1" dirty="0">
              <a:solidFill>
                <a:schemeClr val="tx1"/>
              </a:solidFill>
            </a:endParaRPr>
          </a:p>
          <a:p>
            <a:endParaRPr lang="en-US" sz="248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E28E48-EC61-5145-B545-6DA00D100607}"/>
              </a:ext>
            </a:extLst>
          </p:cNvPr>
          <p:cNvSpPr/>
          <p:nvPr/>
        </p:nvSpPr>
        <p:spPr>
          <a:xfrm>
            <a:off x="9424502" y="7816720"/>
            <a:ext cx="528346" cy="10147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Buy the Book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1DE71D-35BD-17AB-6AF5-67829038593D}"/>
              </a:ext>
            </a:extLst>
          </p:cNvPr>
          <p:cNvSpPr/>
          <p:nvPr/>
        </p:nvSpPr>
        <p:spPr>
          <a:xfrm>
            <a:off x="9424501" y="8239003"/>
            <a:ext cx="528346" cy="10147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Workshop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0F9E05-4742-12F2-FC1F-FBA7D9894DBA}"/>
              </a:ext>
            </a:extLst>
          </p:cNvPr>
          <p:cNvSpPr/>
          <p:nvPr/>
        </p:nvSpPr>
        <p:spPr>
          <a:xfrm>
            <a:off x="9424501" y="8077395"/>
            <a:ext cx="528346" cy="13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Explore the World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E1BEFB-46B7-0A75-2C5D-7AF97D3C92B8}"/>
              </a:ext>
            </a:extLst>
          </p:cNvPr>
          <p:cNvSpPr/>
          <p:nvPr/>
        </p:nvSpPr>
        <p:spPr>
          <a:xfrm>
            <a:off x="9424502" y="7947932"/>
            <a:ext cx="528346" cy="10147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Read Episodes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28B3A0B-063E-E058-4844-EC8F944AD4D6}"/>
              </a:ext>
            </a:extLst>
          </p:cNvPr>
          <p:cNvSpPr/>
          <p:nvPr/>
        </p:nvSpPr>
        <p:spPr>
          <a:xfrm>
            <a:off x="9857793" y="7323364"/>
            <a:ext cx="528346" cy="10147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Amazon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E1D33EED-380E-2357-DEFC-20DB0DA61EC3}"/>
              </a:ext>
            </a:extLst>
          </p:cNvPr>
          <p:cNvCxnSpPr>
            <a:stCxn id="14" idx="3"/>
            <a:endCxn id="22" idx="2"/>
          </p:cNvCxnSpPr>
          <p:nvPr/>
        </p:nvCxnSpPr>
        <p:spPr>
          <a:xfrm flipV="1">
            <a:off x="9952847" y="7424835"/>
            <a:ext cx="169118" cy="44262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40D26851-9C6A-302B-734F-49A979ECB353}"/>
              </a:ext>
            </a:extLst>
          </p:cNvPr>
          <p:cNvSpPr/>
          <p:nvPr/>
        </p:nvSpPr>
        <p:spPr>
          <a:xfrm>
            <a:off x="10534844" y="7210425"/>
            <a:ext cx="615821" cy="82087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Episode landing page</a:t>
            </a: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66199BC1-7987-B422-4157-E5DEB9AD534F}"/>
              </a:ext>
            </a:extLst>
          </p:cNvPr>
          <p:cNvCxnSpPr>
            <a:cxnSpLocks/>
            <a:stCxn id="20" idx="3"/>
            <a:endCxn id="26" idx="1"/>
          </p:cNvCxnSpPr>
          <p:nvPr/>
        </p:nvCxnSpPr>
        <p:spPr>
          <a:xfrm flipV="1">
            <a:off x="9952847" y="7620864"/>
            <a:ext cx="581997" cy="3778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F0336692-F538-3A31-6969-1F4EC1A4C68D}"/>
              </a:ext>
            </a:extLst>
          </p:cNvPr>
          <p:cNvSpPr/>
          <p:nvPr/>
        </p:nvSpPr>
        <p:spPr>
          <a:xfrm>
            <a:off x="10534844" y="8061321"/>
            <a:ext cx="615821" cy="67175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Explore the World Page</a:t>
            </a: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3D63446-4552-9C36-4DDB-FA45B5C4E89A}"/>
              </a:ext>
            </a:extLst>
          </p:cNvPr>
          <p:cNvSpPr/>
          <p:nvPr/>
        </p:nvSpPr>
        <p:spPr>
          <a:xfrm>
            <a:off x="12766026" y="7967075"/>
            <a:ext cx="528346" cy="12456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Watsonville Map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D818062-C70E-5066-28AF-8ECA8A6ABF76}"/>
              </a:ext>
            </a:extLst>
          </p:cNvPr>
          <p:cNvSpPr/>
          <p:nvPr/>
        </p:nvSpPr>
        <p:spPr>
          <a:xfrm>
            <a:off x="9424501" y="8524625"/>
            <a:ext cx="528346" cy="10147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About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C71A2BC-5AA9-6CB1-E5EE-0211F4C88F6E}"/>
              </a:ext>
            </a:extLst>
          </p:cNvPr>
          <p:cNvSpPr/>
          <p:nvPr/>
        </p:nvSpPr>
        <p:spPr>
          <a:xfrm>
            <a:off x="10568668" y="7437060"/>
            <a:ext cx="528346" cy="10147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Episode 1 link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AE68B59-8671-5963-FC1E-BE15F9AD2170}"/>
              </a:ext>
            </a:extLst>
          </p:cNvPr>
          <p:cNvSpPr/>
          <p:nvPr/>
        </p:nvSpPr>
        <p:spPr>
          <a:xfrm>
            <a:off x="10568668" y="7692487"/>
            <a:ext cx="528346" cy="10147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Episode 3 link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32A28E0-630E-2020-871B-FED0EE887506}"/>
              </a:ext>
            </a:extLst>
          </p:cNvPr>
          <p:cNvSpPr/>
          <p:nvPr/>
        </p:nvSpPr>
        <p:spPr>
          <a:xfrm>
            <a:off x="10568668" y="7564773"/>
            <a:ext cx="528346" cy="10147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Episode 2 link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ED04BD2-B579-9BA4-12E0-795776922897}"/>
              </a:ext>
            </a:extLst>
          </p:cNvPr>
          <p:cNvSpPr/>
          <p:nvPr/>
        </p:nvSpPr>
        <p:spPr>
          <a:xfrm>
            <a:off x="10568668" y="7821950"/>
            <a:ext cx="528346" cy="13765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Next New Episode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47131FA-3E1A-F1FA-EA21-A51533C1AF16}"/>
              </a:ext>
            </a:extLst>
          </p:cNvPr>
          <p:cNvSpPr/>
          <p:nvPr/>
        </p:nvSpPr>
        <p:spPr>
          <a:xfrm>
            <a:off x="11607282" y="7437060"/>
            <a:ext cx="528346" cy="10147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Episode 1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AE9EFFF-14BE-9091-0678-32FDF772CED2}"/>
              </a:ext>
            </a:extLst>
          </p:cNvPr>
          <p:cNvSpPr/>
          <p:nvPr/>
        </p:nvSpPr>
        <p:spPr>
          <a:xfrm>
            <a:off x="11607282" y="7692486"/>
            <a:ext cx="528346" cy="10147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Episode 3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D0ADCCB-2871-736F-D541-D01055707AA7}"/>
              </a:ext>
            </a:extLst>
          </p:cNvPr>
          <p:cNvSpPr/>
          <p:nvPr/>
        </p:nvSpPr>
        <p:spPr>
          <a:xfrm>
            <a:off x="11607282" y="7564773"/>
            <a:ext cx="528346" cy="10147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Episode 2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397878AE-8D17-4B2F-9739-35CA61BC50CE}"/>
              </a:ext>
            </a:extLst>
          </p:cNvPr>
          <p:cNvCxnSpPr>
            <a:stCxn id="59" idx="3"/>
            <a:endCxn id="84" idx="1"/>
          </p:cNvCxnSpPr>
          <p:nvPr/>
        </p:nvCxnSpPr>
        <p:spPr>
          <a:xfrm flipV="1">
            <a:off x="11097013" y="7487795"/>
            <a:ext cx="5102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B8693C6-D272-5209-C4D6-CE3A3CA05485}"/>
              </a:ext>
            </a:extLst>
          </p:cNvPr>
          <p:cNvCxnSpPr>
            <a:cxnSpLocks/>
            <a:stCxn id="63" idx="3"/>
            <a:endCxn id="88" idx="1"/>
          </p:cNvCxnSpPr>
          <p:nvPr/>
        </p:nvCxnSpPr>
        <p:spPr>
          <a:xfrm flipV="1">
            <a:off x="11097013" y="7615508"/>
            <a:ext cx="5102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048BFAC3-BC7F-BE3A-201B-A117E2797430}"/>
              </a:ext>
            </a:extLst>
          </p:cNvPr>
          <p:cNvCxnSpPr>
            <a:stCxn id="61" idx="3"/>
            <a:endCxn id="86" idx="1"/>
          </p:cNvCxnSpPr>
          <p:nvPr/>
        </p:nvCxnSpPr>
        <p:spPr>
          <a:xfrm flipV="1">
            <a:off x="11097013" y="7743222"/>
            <a:ext cx="5102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357AB93D-C118-38A0-6045-147A74B66918}"/>
              </a:ext>
            </a:extLst>
          </p:cNvPr>
          <p:cNvSpPr/>
          <p:nvPr/>
        </p:nvSpPr>
        <p:spPr>
          <a:xfrm>
            <a:off x="10578582" y="8367326"/>
            <a:ext cx="528346" cy="15387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Key Locations link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6560B7B-8020-F83A-8474-1E172EC76F50}"/>
              </a:ext>
            </a:extLst>
          </p:cNvPr>
          <p:cNvSpPr/>
          <p:nvPr/>
        </p:nvSpPr>
        <p:spPr>
          <a:xfrm>
            <a:off x="10578582" y="8237863"/>
            <a:ext cx="528346" cy="10147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Maps link</a:t>
            </a:r>
          </a:p>
        </p:txBody>
      </p: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B4B5B1FE-416B-267B-5DF0-C794F24F9521}"/>
              </a:ext>
            </a:extLst>
          </p:cNvPr>
          <p:cNvCxnSpPr>
            <a:cxnSpLocks/>
            <a:stCxn id="18" idx="3"/>
            <a:endCxn id="34" idx="1"/>
          </p:cNvCxnSpPr>
          <p:nvPr/>
        </p:nvCxnSpPr>
        <p:spPr>
          <a:xfrm>
            <a:off x="9952847" y="8146423"/>
            <a:ext cx="581998" cy="25077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9E6FC203-87DA-A931-82C8-1DC6DCE4EE64}"/>
              </a:ext>
            </a:extLst>
          </p:cNvPr>
          <p:cNvSpPr/>
          <p:nvPr/>
        </p:nvSpPr>
        <p:spPr>
          <a:xfrm>
            <a:off x="10534844" y="8773673"/>
            <a:ext cx="615821" cy="83398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Workshop</a:t>
            </a: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577293E-23B1-6923-0718-5315421C9DFD}"/>
              </a:ext>
            </a:extLst>
          </p:cNvPr>
          <p:cNvSpPr/>
          <p:nvPr/>
        </p:nvSpPr>
        <p:spPr>
          <a:xfrm>
            <a:off x="10578582" y="9029110"/>
            <a:ext cx="528346" cy="10147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Prod Assets link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F2DF83C6-A4ED-70E5-729B-6CB30E2D0A57}"/>
              </a:ext>
            </a:extLst>
          </p:cNvPr>
          <p:cNvSpPr/>
          <p:nvPr/>
        </p:nvSpPr>
        <p:spPr>
          <a:xfrm>
            <a:off x="10578582" y="8899648"/>
            <a:ext cx="528346" cy="10147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Characters Link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2C0718D0-AE87-D103-F5E6-A16AF82156D3}"/>
              </a:ext>
            </a:extLst>
          </p:cNvPr>
          <p:cNvSpPr/>
          <p:nvPr/>
        </p:nvSpPr>
        <p:spPr>
          <a:xfrm>
            <a:off x="11563544" y="7867456"/>
            <a:ext cx="615821" cy="4098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Maps Page</a:t>
            </a: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6D0FC8D1-66B0-BC33-C630-B46220AE9568}"/>
              </a:ext>
            </a:extLst>
          </p:cNvPr>
          <p:cNvSpPr/>
          <p:nvPr/>
        </p:nvSpPr>
        <p:spPr>
          <a:xfrm>
            <a:off x="12722288" y="8670490"/>
            <a:ext cx="615821" cy="98920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Juanita Page</a:t>
            </a: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913FB0E-A826-1320-175A-756F8596D08B}"/>
              </a:ext>
            </a:extLst>
          </p:cNvPr>
          <p:cNvSpPr/>
          <p:nvPr/>
        </p:nvSpPr>
        <p:spPr>
          <a:xfrm>
            <a:off x="11597369" y="7997773"/>
            <a:ext cx="528346" cy="10147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Watsonville link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BEF3115-E1D6-9CC2-9077-9FFE195011F4}"/>
              </a:ext>
            </a:extLst>
          </p:cNvPr>
          <p:cNvSpPr/>
          <p:nvPr/>
        </p:nvSpPr>
        <p:spPr>
          <a:xfrm>
            <a:off x="11597369" y="8137533"/>
            <a:ext cx="528346" cy="10147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MBA link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D965D410-F93F-4738-4BC5-EE5092FF2238}"/>
              </a:ext>
            </a:extLst>
          </p:cNvPr>
          <p:cNvSpPr/>
          <p:nvPr/>
        </p:nvSpPr>
        <p:spPr>
          <a:xfrm>
            <a:off x="11563544" y="8892814"/>
            <a:ext cx="615821" cy="6054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Characters Profile Page</a:t>
            </a: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DB656D9E-18BE-CB0E-EDA2-9C4EB62A11DC}"/>
              </a:ext>
            </a:extLst>
          </p:cNvPr>
          <p:cNvSpPr/>
          <p:nvPr/>
        </p:nvSpPr>
        <p:spPr>
          <a:xfrm>
            <a:off x="12766026" y="8131792"/>
            <a:ext cx="528346" cy="10147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MBA Map</a:t>
            </a:r>
          </a:p>
        </p:txBody>
      </p:sp>
      <p:cxnSp>
        <p:nvCxnSpPr>
          <p:cNvPr id="141" name="Connector: Elbow 140">
            <a:extLst>
              <a:ext uri="{FF2B5EF4-FFF2-40B4-BE49-F238E27FC236}">
                <a16:creationId xmlns:a16="http://schemas.microsoft.com/office/drawing/2014/main" id="{BA0D1268-982C-4107-9710-AD797305F8CF}"/>
              </a:ext>
            </a:extLst>
          </p:cNvPr>
          <p:cNvCxnSpPr>
            <a:stCxn id="100" idx="3"/>
            <a:endCxn id="131" idx="1"/>
          </p:cNvCxnSpPr>
          <p:nvPr/>
        </p:nvCxnSpPr>
        <p:spPr>
          <a:xfrm flipV="1">
            <a:off x="11106928" y="8072374"/>
            <a:ext cx="456617" cy="21622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801E3FD5-A638-600E-2991-49FA86E60D6F}"/>
              </a:ext>
            </a:extLst>
          </p:cNvPr>
          <p:cNvCxnSpPr>
            <a:cxnSpLocks/>
            <a:stCxn id="49" idx="3"/>
            <a:endCxn id="43" idx="1"/>
          </p:cNvCxnSpPr>
          <p:nvPr/>
        </p:nvCxnSpPr>
        <p:spPr>
          <a:xfrm flipV="1">
            <a:off x="12125714" y="8029360"/>
            <a:ext cx="640311" cy="19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3823DBF3-9EFA-D724-F8CC-F432153D5E3C}"/>
              </a:ext>
            </a:extLst>
          </p:cNvPr>
          <p:cNvCxnSpPr>
            <a:stCxn id="47" idx="3"/>
            <a:endCxn id="139" idx="1"/>
          </p:cNvCxnSpPr>
          <p:nvPr/>
        </p:nvCxnSpPr>
        <p:spPr>
          <a:xfrm flipV="1">
            <a:off x="12125714" y="8182529"/>
            <a:ext cx="640311" cy="57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: Elbow 147">
            <a:extLst>
              <a:ext uri="{FF2B5EF4-FFF2-40B4-BE49-F238E27FC236}">
                <a16:creationId xmlns:a16="http://schemas.microsoft.com/office/drawing/2014/main" id="{DA02964E-E3D8-68E6-FBAE-EB474D7D2372}"/>
              </a:ext>
            </a:extLst>
          </p:cNvPr>
          <p:cNvCxnSpPr>
            <a:cxnSpLocks/>
            <a:stCxn id="16" idx="3"/>
            <a:endCxn id="116" idx="1"/>
          </p:cNvCxnSpPr>
          <p:nvPr/>
        </p:nvCxnSpPr>
        <p:spPr>
          <a:xfrm>
            <a:off x="9952847" y="8289739"/>
            <a:ext cx="581998" cy="900926"/>
          </a:xfrm>
          <a:prstGeom prst="bentConnector3">
            <a:avLst>
              <a:gd name="adj1" fmla="val 3903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: Elbow 151">
            <a:extLst>
              <a:ext uri="{FF2B5EF4-FFF2-40B4-BE49-F238E27FC236}">
                <a16:creationId xmlns:a16="http://schemas.microsoft.com/office/drawing/2014/main" id="{6DBAEE5C-1833-DD77-1299-C497F4FF6C0A}"/>
              </a:ext>
            </a:extLst>
          </p:cNvPr>
          <p:cNvCxnSpPr>
            <a:cxnSpLocks/>
            <a:stCxn id="120" idx="3"/>
            <a:endCxn id="137" idx="1"/>
          </p:cNvCxnSpPr>
          <p:nvPr/>
        </p:nvCxnSpPr>
        <p:spPr>
          <a:xfrm>
            <a:off x="11106928" y="8950383"/>
            <a:ext cx="456617" cy="2451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Rectangle 153">
            <a:extLst>
              <a:ext uri="{FF2B5EF4-FFF2-40B4-BE49-F238E27FC236}">
                <a16:creationId xmlns:a16="http://schemas.microsoft.com/office/drawing/2014/main" id="{F2611DBF-8EB6-24EE-4CC4-A1F093B1828F}"/>
              </a:ext>
            </a:extLst>
          </p:cNvPr>
          <p:cNvSpPr/>
          <p:nvPr/>
        </p:nvSpPr>
        <p:spPr>
          <a:xfrm>
            <a:off x="11597369" y="9114356"/>
            <a:ext cx="528346" cy="10147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Juanita link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CC29E1A2-6D5F-79D9-F9C4-C21A2FFEE282}"/>
              </a:ext>
            </a:extLst>
          </p:cNvPr>
          <p:cNvSpPr/>
          <p:nvPr/>
        </p:nvSpPr>
        <p:spPr>
          <a:xfrm>
            <a:off x="11597369" y="9369783"/>
            <a:ext cx="528346" cy="10147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Lluvia link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CC417905-6556-254B-8CB7-9D991E28E629}"/>
              </a:ext>
            </a:extLst>
          </p:cNvPr>
          <p:cNvSpPr/>
          <p:nvPr/>
        </p:nvSpPr>
        <p:spPr>
          <a:xfrm>
            <a:off x="11597369" y="9242069"/>
            <a:ext cx="528346" cy="10147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Hector link</a:t>
            </a:r>
          </a:p>
        </p:txBody>
      </p:sp>
      <p:cxnSp>
        <p:nvCxnSpPr>
          <p:cNvPr id="164" name="Connector: Elbow 163">
            <a:extLst>
              <a:ext uri="{FF2B5EF4-FFF2-40B4-BE49-F238E27FC236}">
                <a16:creationId xmlns:a16="http://schemas.microsoft.com/office/drawing/2014/main" id="{1C7BF22E-0095-9C67-207B-D9FC66A4F3E8}"/>
              </a:ext>
            </a:extLst>
          </p:cNvPr>
          <p:cNvCxnSpPr>
            <a:cxnSpLocks/>
            <a:stCxn id="154" idx="3"/>
            <a:endCxn id="133" idx="1"/>
          </p:cNvCxnSpPr>
          <p:nvPr/>
        </p:nvCxnSpPr>
        <p:spPr>
          <a:xfrm flipV="1">
            <a:off x="12125715" y="9165091"/>
            <a:ext cx="596573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ctangle 165">
            <a:extLst>
              <a:ext uri="{FF2B5EF4-FFF2-40B4-BE49-F238E27FC236}">
                <a16:creationId xmlns:a16="http://schemas.microsoft.com/office/drawing/2014/main" id="{ACF17CC0-08D7-A28E-DB25-5C5733BE5D41}"/>
              </a:ext>
            </a:extLst>
          </p:cNvPr>
          <p:cNvSpPr/>
          <p:nvPr/>
        </p:nvSpPr>
        <p:spPr>
          <a:xfrm>
            <a:off x="12766026" y="9360058"/>
            <a:ext cx="528346" cy="10147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Traits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36AA79C6-4FEE-CC48-3B28-1FD830411866}"/>
              </a:ext>
            </a:extLst>
          </p:cNvPr>
          <p:cNvSpPr/>
          <p:nvPr/>
        </p:nvSpPr>
        <p:spPr>
          <a:xfrm>
            <a:off x="12766026" y="9213781"/>
            <a:ext cx="528346" cy="10147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Origin Story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84D25284-79A0-7375-8715-0065C608C639}"/>
              </a:ext>
            </a:extLst>
          </p:cNvPr>
          <p:cNvSpPr/>
          <p:nvPr/>
        </p:nvSpPr>
        <p:spPr>
          <a:xfrm>
            <a:off x="12766026" y="8834915"/>
            <a:ext cx="528346" cy="3340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Images, attire, </a:t>
            </a:r>
            <a:r>
              <a:rPr lang="en-US" sz="450" dirty="0" err="1">
                <a:solidFill>
                  <a:schemeClr val="tx1"/>
                </a:solidFill>
              </a:rPr>
              <a:t>epressions</a:t>
            </a:r>
            <a:r>
              <a:rPr lang="en-US" sz="450" dirty="0">
                <a:solidFill>
                  <a:schemeClr val="tx1"/>
                </a:solidFill>
              </a:rPr>
              <a:t>, turnaround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611BBF86-2611-519A-A470-A3A610B6AA10}"/>
              </a:ext>
            </a:extLst>
          </p:cNvPr>
          <p:cNvSpPr/>
          <p:nvPr/>
        </p:nvSpPr>
        <p:spPr>
          <a:xfrm>
            <a:off x="8872829" y="9242069"/>
            <a:ext cx="615821" cy="7336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About Page</a:t>
            </a: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BAB11FAD-43B3-EBE8-7647-0A560136B6F0}"/>
              </a:ext>
            </a:extLst>
          </p:cNvPr>
          <p:cNvSpPr txBox="1"/>
          <p:nvPr/>
        </p:nvSpPr>
        <p:spPr>
          <a:xfrm>
            <a:off x="13469051" y="8142291"/>
            <a:ext cx="971550" cy="130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8" dirty="0"/>
              <a:t>MBA = Monterey Bay Area</a:t>
            </a: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BAB5CEB2-FBA9-20A8-FBBB-15B9DEFCDD57}"/>
              </a:ext>
            </a:extLst>
          </p:cNvPr>
          <p:cNvCxnSpPr>
            <a:stCxn id="139" idx="3"/>
          </p:cNvCxnSpPr>
          <p:nvPr/>
        </p:nvCxnSpPr>
        <p:spPr>
          <a:xfrm>
            <a:off x="13294371" y="8182528"/>
            <a:ext cx="210476" cy="39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Rectangle 178">
            <a:extLst>
              <a:ext uri="{FF2B5EF4-FFF2-40B4-BE49-F238E27FC236}">
                <a16:creationId xmlns:a16="http://schemas.microsoft.com/office/drawing/2014/main" id="{A2FCB397-6881-763A-C6AF-FC6F843D4E0E}"/>
              </a:ext>
            </a:extLst>
          </p:cNvPr>
          <p:cNvSpPr/>
          <p:nvPr/>
        </p:nvSpPr>
        <p:spPr>
          <a:xfrm>
            <a:off x="11563544" y="8315118"/>
            <a:ext cx="615821" cy="51979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Key Locations Page</a:t>
            </a: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FC23102-11D1-3A29-829D-1F1AC1281072}"/>
              </a:ext>
            </a:extLst>
          </p:cNvPr>
          <p:cNvSpPr/>
          <p:nvPr/>
        </p:nvSpPr>
        <p:spPr>
          <a:xfrm>
            <a:off x="11597369" y="8444350"/>
            <a:ext cx="528346" cy="11915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Roaring Camp link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87455D18-2A2D-F26C-6D2A-D600F1AC2C2A}"/>
              </a:ext>
            </a:extLst>
          </p:cNvPr>
          <p:cNvSpPr/>
          <p:nvPr/>
        </p:nvSpPr>
        <p:spPr>
          <a:xfrm>
            <a:off x="11597369" y="8717456"/>
            <a:ext cx="528346" cy="10147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Cooler link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02F6121-E5DA-6EB4-8359-27A526105FEE}"/>
              </a:ext>
            </a:extLst>
          </p:cNvPr>
          <p:cNvSpPr/>
          <p:nvPr/>
        </p:nvSpPr>
        <p:spPr>
          <a:xfrm>
            <a:off x="11597369" y="8589743"/>
            <a:ext cx="528346" cy="10147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St. Patrics link</a:t>
            </a:r>
          </a:p>
        </p:txBody>
      </p:sp>
      <p:cxnSp>
        <p:nvCxnSpPr>
          <p:cNvPr id="187" name="Connector: Elbow 186">
            <a:extLst>
              <a:ext uri="{FF2B5EF4-FFF2-40B4-BE49-F238E27FC236}">
                <a16:creationId xmlns:a16="http://schemas.microsoft.com/office/drawing/2014/main" id="{C516C4ED-1951-FB9F-F125-4BC8B434295A}"/>
              </a:ext>
            </a:extLst>
          </p:cNvPr>
          <p:cNvCxnSpPr>
            <a:cxnSpLocks/>
            <a:stCxn id="98" idx="3"/>
            <a:endCxn id="179" idx="1"/>
          </p:cNvCxnSpPr>
          <p:nvPr/>
        </p:nvCxnSpPr>
        <p:spPr>
          <a:xfrm>
            <a:off x="11106928" y="8444266"/>
            <a:ext cx="456617" cy="13075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Rectangle 198">
            <a:extLst>
              <a:ext uri="{FF2B5EF4-FFF2-40B4-BE49-F238E27FC236}">
                <a16:creationId xmlns:a16="http://schemas.microsoft.com/office/drawing/2014/main" id="{9EC30B29-BB2B-921F-D6A2-E174D8BF5BBC}"/>
              </a:ext>
            </a:extLst>
          </p:cNvPr>
          <p:cNvSpPr/>
          <p:nvPr/>
        </p:nvSpPr>
        <p:spPr>
          <a:xfrm>
            <a:off x="11563544" y="9576454"/>
            <a:ext cx="615821" cy="7985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Prod Asset page</a:t>
            </a: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B0CFFBFF-C27A-7528-F38F-3BA0F363B57E}"/>
              </a:ext>
            </a:extLst>
          </p:cNvPr>
          <p:cNvSpPr/>
          <p:nvPr/>
        </p:nvSpPr>
        <p:spPr>
          <a:xfrm>
            <a:off x="11597368" y="9720707"/>
            <a:ext cx="528346" cy="10147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Logos 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6D008B85-3522-BFED-90B4-4BD38360EA9A}"/>
              </a:ext>
            </a:extLst>
          </p:cNvPr>
          <p:cNvSpPr/>
          <p:nvPr/>
        </p:nvSpPr>
        <p:spPr>
          <a:xfrm>
            <a:off x="11597368" y="9976134"/>
            <a:ext cx="528346" cy="10147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Design 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320F2211-2E0A-BFE1-5540-28F58A7CDB9F}"/>
              </a:ext>
            </a:extLst>
          </p:cNvPr>
          <p:cNvSpPr/>
          <p:nvPr/>
        </p:nvSpPr>
        <p:spPr>
          <a:xfrm>
            <a:off x="11597368" y="9848421"/>
            <a:ext cx="528346" cy="10147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Icons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CF9B527E-5908-A92B-37E0-D21E89D95D36}"/>
              </a:ext>
            </a:extLst>
          </p:cNvPr>
          <p:cNvSpPr/>
          <p:nvPr/>
        </p:nvSpPr>
        <p:spPr>
          <a:xfrm>
            <a:off x="11597368" y="10107625"/>
            <a:ext cx="528346" cy="10147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Dream Cast</a:t>
            </a:r>
          </a:p>
        </p:txBody>
      </p:sp>
      <p:cxnSp>
        <p:nvCxnSpPr>
          <p:cNvPr id="209" name="Connector: Elbow 208">
            <a:extLst>
              <a:ext uri="{FF2B5EF4-FFF2-40B4-BE49-F238E27FC236}">
                <a16:creationId xmlns:a16="http://schemas.microsoft.com/office/drawing/2014/main" id="{88E0E3D0-EFC6-8273-6C68-3D3FC39913CF}"/>
              </a:ext>
            </a:extLst>
          </p:cNvPr>
          <p:cNvCxnSpPr>
            <a:cxnSpLocks/>
            <a:stCxn id="118" idx="3"/>
            <a:endCxn id="199" idx="1"/>
          </p:cNvCxnSpPr>
          <p:nvPr/>
        </p:nvCxnSpPr>
        <p:spPr>
          <a:xfrm>
            <a:off x="11106928" y="9079846"/>
            <a:ext cx="456617" cy="895901"/>
          </a:xfrm>
          <a:prstGeom prst="bentConnector3">
            <a:avLst>
              <a:gd name="adj1" fmla="val 3748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Rectangle 211">
            <a:extLst>
              <a:ext uri="{FF2B5EF4-FFF2-40B4-BE49-F238E27FC236}">
                <a16:creationId xmlns:a16="http://schemas.microsoft.com/office/drawing/2014/main" id="{68FA98D8-8766-6C94-D80D-C62F8FC3874B}"/>
              </a:ext>
            </a:extLst>
          </p:cNvPr>
          <p:cNvSpPr/>
          <p:nvPr/>
        </p:nvSpPr>
        <p:spPr>
          <a:xfrm>
            <a:off x="9426429" y="8376002"/>
            <a:ext cx="528346" cy="10147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Shop/Merch</a:t>
            </a: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0547CF23-E05E-FA47-1463-69919E046F5C}"/>
              </a:ext>
            </a:extLst>
          </p:cNvPr>
          <p:cNvSpPr/>
          <p:nvPr/>
        </p:nvSpPr>
        <p:spPr>
          <a:xfrm>
            <a:off x="8916567" y="7143706"/>
            <a:ext cx="528346" cy="2864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Shopify</a:t>
            </a:r>
          </a:p>
          <a:p>
            <a:endParaRPr lang="en-US" sz="450" dirty="0">
              <a:solidFill>
                <a:schemeClr val="tx1"/>
              </a:solidFill>
            </a:endParaRPr>
          </a:p>
          <a:p>
            <a:r>
              <a:rPr lang="en-US" sz="450" dirty="0">
                <a:solidFill>
                  <a:schemeClr val="tx1"/>
                </a:solidFill>
              </a:rPr>
              <a:t>Future Phase</a:t>
            </a:r>
          </a:p>
        </p:txBody>
      </p:sp>
      <p:cxnSp>
        <p:nvCxnSpPr>
          <p:cNvPr id="216" name="Connector: Elbow 215">
            <a:extLst>
              <a:ext uri="{FF2B5EF4-FFF2-40B4-BE49-F238E27FC236}">
                <a16:creationId xmlns:a16="http://schemas.microsoft.com/office/drawing/2014/main" id="{BE236E15-D342-1248-7A6D-D38482997B9C}"/>
              </a:ext>
            </a:extLst>
          </p:cNvPr>
          <p:cNvCxnSpPr>
            <a:cxnSpLocks/>
            <a:stCxn id="212" idx="1"/>
            <a:endCxn id="214" idx="2"/>
          </p:cNvCxnSpPr>
          <p:nvPr/>
        </p:nvCxnSpPr>
        <p:spPr>
          <a:xfrm rot="10800000">
            <a:off x="9180741" y="7430142"/>
            <a:ext cx="245689" cy="99659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: Elbow 217">
            <a:extLst>
              <a:ext uri="{FF2B5EF4-FFF2-40B4-BE49-F238E27FC236}">
                <a16:creationId xmlns:a16="http://schemas.microsoft.com/office/drawing/2014/main" id="{65FFFEE2-C39F-6320-9B55-47C01CE0FF50}"/>
              </a:ext>
            </a:extLst>
          </p:cNvPr>
          <p:cNvCxnSpPr>
            <a:cxnSpLocks/>
            <a:stCxn id="45" idx="1"/>
            <a:endCxn id="172" idx="0"/>
          </p:cNvCxnSpPr>
          <p:nvPr/>
        </p:nvCxnSpPr>
        <p:spPr>
          <a:xfrm rot="10800000" flipV="1">
            <a:off x="9180741" y="8575360"/>
            <a:ext cx="243761" cy="66670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Rectangle 220">
            <a:extLst>
              <a:ext uri="{FF2B5EF4-FFF2-40B4-BE49-F238E27FC236}">
                <a16:creationId xmlns:a16="http://schemas.microsoft.com/office/drawing/2014/main" id="{5B5F9F31-0C92-54D4-4FA1-239EF1A73FA3}"/>
              </a:ext>
            </a:extLst>
          </p:cNvPr>
          <p:cNvSpPr/>
          <p:nvPr/>
        </p:nvSpPr>
        <p:spPr>
          <a:xfrm>
            <a:off x="8916567" y="9436505"/>
            <a:ext cx="528346" cy="10147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Author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E98043EB-DFE0-4FEC-02A8-7FE8CCC60B20}"/>
              </a:ext>
            </a:extLst>
          </p:cNvPr>
          <p:cNvSpPr/>
          <p:nvPr/>
        </p:nvSpPr>
        <p:spPr>
          <a:xfrm>
            <a:off x="8916567" y="9691932"/>
            <a:ext cx="528346" cy="10147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Area links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6A81BA5F-67AA-935C-916C-E6AEA812564B}"/>
              </a:ext>
            </a:extLst>
          </p:cNvPr>
          <p:cNvSpPr/>
          <p:nvPr/>
        </p:nvSpPr>
        <p:spPr>
          <a:xfrm>
            <a:off x="8916567" y="9564219"/>
            <a:ext cx="528346" cy="10147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Feedback</a:t>
            </a: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E139EECF-23B8-CB30-BEAD-84C8F6EC1404}"/>
              </a:ext>
            </a:extLst>
          </p:cNvPr>
          <p:cNvSpPr/>
          <p:nvPr/>
        </p:nvSpPr>
        <p:spPr>
          <a:xfrm>
            <a:off x="10578582" y="9292805"/>
            <a:ext cx="528346" cy="12978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Collaboration link</a:t>
            </a: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CC6C2C0E-77B5-2984-8195-2E6021A0E547}"/>
              </a:ext>
            </a:extLst>
          </p:cNvPr>
          <p:cNvSpPr/>
          <p:nvPr/>
        </p:nvSpPr>
        <p:spPr>
          <a:xfrm>
            <a:off x="10578582" y="9165091"/>
            <a:ext cx="528346" cy="10147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Key Scenes link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6A2F64-5963-398F-B399-AEFF974FBD24}"/>
              </a:ext>
            </a:extLst>
          </p:cNvPr>
          <p:cNvSpPr/>
          <p:nvPr/>
        </p:nvSpPr>
        <p:spPr>
          <a:xfrm>
            <a:off x="9419253" y="8682341"/>
            <a:ext cx="528346" cy="10147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News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091D92-8BB7-3019-A221-0BA840F7330F}"/>
              </a:ext>
            </a:extLst>
          </p:cNvPr>
          <p:cNvSpPr/>
          <p:nvPr/>
        </p:nvSpPr>
        <p:spPr>
          <a:xfrm>
            <a:off x="9749810" y="9242069"/>
            <a:ext cx="615821" cy="7336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News Page</a:t>
            </a: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  <a:p>
            <a:endParaRPr lang="en-US" sz="45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09644D-7AB7-E4BF-050D-BB349154233C}"/>
              </a:ext>
            </a:extLst>
          </p:cNvPr>
          <p:cNvSpPr/>
          <p:nvPr/>
        </p:nvSpPr>
        <p:spPr>
          <a:xfrm>
            <a:off x="9793548" y="9436505"/>
            <a:ext cx="528346" cy="13501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Upcoming Episodes/WIP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57FF07-CF47-9843-9618-DBE2444A1D32}"/>
              </a:ext>
            </a:extLst>
          </p:cNvPr>
          <p:cNvSpPr/>
          <p:nvPr/>
        </p:nvSpPr>
        <p:spPr>
          <a:xfrm>
            <a:off x="9793548" y="9778808"/>
            <a:ext cx="528346" cy="10147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Events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36C619-9922-71AE-12F9-EF7BF3DD0F5D}"/>
              </a:ext>
            </a:extLst>
          </p:cNvPr>
          <p:cNvSpPr/>
          <p:nvPr/>
        </p:nvSpPr>
        <p:spPr>
          <a:xfrm>
            <a:off x="9793548" y="9607657"/>
            <a:ext cx="528346" cy="13501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" dirty="0">
                <a:solidFill>
                  <a:schemeClr val="tx1"/>
                </a:solidFill>
              </a:rPr>
              <a:t>Zombie Sightings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47323C16-D3EF-CFAB-0F3E-56BB92C95FC9}"/>
              </a:ext>
            </a:extLst>
          </p:cNvPr>
          <p:cNvCxnSpPr>
            <a:cxnSpLocks/>
            <a:stCxn id="5" idx="3"/>
            <a:endCxn id="7" idx="0"/>
          </p:cNvCxnSpPr>
          <p:nvPr/>
        </p:nvCxnSpPr>
        <p:spPr>
          <a:xfrm>
            <a:off x="9947598" y="8733077"/>
            <a:ext cx="110123" cy="50899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D326048-9A96-F331-3DC6-C8799761C42C}"/>
              </a:ext>
            </a:extLst>
          </p:cNvPr>
          <p:cNvSpPr/>
          <p:nvPr/>
        </p:nvSpPr>
        <p:spPr>
          <a:xfrm>
            <a:off x="9292856" y="7793957"/>
            <a:ext cx="785372" cy="265858"/>
          </a:xfrm>
          <a:prstGeom prst="roundRect">
            <a:avLst/>
          </a:prstGeom>
          <a:noFill/>
          <a:ln w="63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Callout: Line 5">
            <a:extLst>
              <a:ext uri="{FF2B5EF4-FFF2-40B4-BE49-F238E27FC236}">
                <a16:creationId xmlns:a16="http://schemas.microsoft.com/office/drawing/2014/main" id="{67DAF389-FB55-A78D-11EC-12051E9F8344}"/>
              </a:ext>
            </a:extLst>
          </p:cNvPr>
          <p:cNvSpPr/>
          <p:nvPr/>
        </p:nvSpPr>
        <p:spPr>
          <a:xfrm>
            <a:off x="7739162" y="7564773"/>
            <a:ext cx="1103343" cy="251948"/>
          </a:xfrm>
          <a:prstGeom prst="borderCallout1">
            <a:avLst>
              <a:gd name="adj1" fmla="val 52511"/>
              <a:gd name="adj2" fmla="val 100588"/>
              <a:gd name="adj3" fmla="val 135711"/>
              <a:gd name="adj4" fmla="val 140417"/>
            </a:avLst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WHAT: The Story</a:t>
            </a:r>
          </a:p>
        </p:txBody>
      </p:sp>
      <p:sp>
        <p:nvSpPr>
          <p:cNvPr id="21" name="Callout: Line 20">
            <a:extLst>
              <a:ext uri="{FF2B5EF4-FFF2-40B4-BE49-F238E27FC236}">
                <a16:creationId xmlns:a16="http://schemas.microsoft.com/office/drawing/2014/main" id="{ACE1EAB8-279E-D1B9-1D57-A9FF6B7A872A}"/>
              </a:ext>
            </a:extLst>
          </p:cNvPr>
          <p:cNvSpPr/>
          <p:nvPr/>
        </p:nvSpPr>
        <p:spPr>
          <a:xfrm>
            <a:off x="7739162" y="7959602"/>
            <a:ext cx="1103343" cy="251948"/>
          </a:xfrm>
          <a:prstGeom prst="borderCallout1">
            <a:avLst>
              <a:gd name="adj1" fmla="val 52511"/>
              <a:gd name="adj2" fmla="val 100588"/>
              <a:gd name="adj3" fmla="val 70299"/>
              <a:gd name="adj4" fmla="val 153426"/>
            </a:avLst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WHERE</a:t>
            </a:r>
          </a:p>
        </p:txBody>
      </p:sp>
      <p:sp>
        <p:nvSpPr>
          <p:cNvPr id="25" name="Callout: Line 24">
            <a:extLst>
              <a:ext uri="{FF2B5EF4-FFF2-40B4-BE49-F238E27FC236}">
                <a16:creationId xmlns:a16="http://schemas.microsoft.com/office/drawing/2014/main" id="{9F15D30F-246B-01ED-05F4-69CDEFF9EBA5}"/>
              </a:ext>
            </a:extLst>
          </p:cNvPr>
          <p:cNvSpPr/>
          <p:nvPr/>
        </p:nvSpPr>
        <p:spPr>
          <a:xfrm>
            <a:off x="7739162" y="8341423"/>
            <a:ext cx="1103343" cy="251948"/>
          </a:xfrm>
          <a:prstGeom prst="borderCallout1">
            <a:avLst>
              <a:gd name="adj1" fmla="val 52511"/>
              <a:gd name="adj2" fmla="val 100588"/>
              <a:gd name="adj3" fmla="val -20435"/>
              <a:gd name="adj4" fmla="val 152945"/>
            </a:avLst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HOW</a:t>
            </a:r>
          </a:p>
        </p:txBody>
      </p:sp>
      <p:sp>
        <p:nvSpPr>
          <p:cNvPr id="29" name="Callout: Line 28">
            <a:extLst>
              <a:ext uri="{FF2B5EF4-FFF2-40B4-BE49-F238E27FC236}">
                <a16:creationId xmlns:a16="http://schemas.microsoft.com/office/drawing/2014/main" id="{CCBA976D-4873-B129-93AE-2D0ED2553847}"/>
              </a:ext>
            </a:extLst>
          </p:cNvPr>
          <p:cNvSpPr/>
          <p:nvPr/>
        </p:nvSpPr>
        <p:spPr>
          <a:xfrm>
            <a:off x="7744994" y="8717456"/>
            <a:ext cx="1103343" cy="251948"/>
          </a:xfrm>
          <a:prstGeom prst="borderCallout1">
            <a:avLst>
              <a:gd name="adj1" fmla="val 56732"/>
              <a:gd name="adj2" fmla="val 100106"/>
              <a:gd name="adj3" fmla="val -54196"/>
              <a:gd name="adj4" fmla="val 152945"/>
            </a:avLst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WHY</a:t>
            </a:r>
          </a:p>
        </p:txBody>
      </p:sp>
      <p:sp>
        <p:nvSpPr>
          <p:cNvPr id="31" name="Callout: Line 30">
            <a:extLst>
              <a:ext uri="{FF2B5EF4-FFF2-40B4-BE49-F238E27FC236}">
                <a16:creationId xmlns:a16="http://schemas.microsoft.com/office/drawing/2014/main" id="{AD01F519-C788-DCAD-3342-C3CBA0696EB8}"/>
              </a:ext>
            </a:extLst>
          </p:cNvPr>
          <p:cNvSpPr/>
          <p:nvPr/>
        </p:nvSpPr>
        <p:spPr>
          <a:xfrm>
            <a:off x="7735662" y="9063304"/>
            <a:ext cx="1103343" cy="251948"/>
          </a:xfrm>
          <a:prstGeom prst="borderCallout1">
            <a:avLst>
              <a:gd name="adj1" fmla="val 52511"/>
              <a:gd name="adj2" fmla="val 100588"/>
              <a:gd name="adj3" fmla="val -45755"/>
              <a:gd name="adj4" fmla="val 256539"/>
            </a:avLst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WHO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CC33C5-A72F-4475-6AE6-A59DFC78282E}"/>
              </a:ext>
            </a:extLst>
          </p:cNvPr>
          <p:cNvSpPr txBox="1"/>
          <p:nvPr/>
        </p:nvSpPr>
        <p:spPr>
          <a:xfrm>
            <a:off x="7329377" y="6103088"/>
            <a:ext cx="3111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Site Map V1.0 July 14, 2026</a:t>
            </a:r>
          </a:p>
        </p:txBody>
      </p:sp>
    </p:spTree>
    <p:extLst>
      <p:ext uri="{BB962C8B-B14F-4D97-AF65-F5344CB8AC3E}">
        <p14:creationId xmlns:p14="http://schemas.microsoft.com/office/powerpoint/2010/main" val="4147211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151</TotalTime>
  <Words>146</Words>
  <Application>Microsoft Office PowerPoint</Application>
  <PresentationFormat>Custom</PresentationFormat>
  <Paragraphs>148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Jeffrey Tillery</dc:creator>
  <cp:lastModifiedBy>Jeffrey Tillery</cp:lastModifiedBy>
  <cp:revision>5</cp:revision>
  <dcterms:created xsi:type="dcterms:W3CDTF">2026-07-14T01:23:59Z</dcterms:created>
  <dcterms:modified xsi:type="dcterms:W3CDTF">2026-07-14T23:17:47Z</dcterms:modified>
</cp:coreProperties>
</file>